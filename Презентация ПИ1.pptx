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69371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20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9059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940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8658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1922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9632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4982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7076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4273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41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BB582BB-145C-4581-9768-9DB415DBF1C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8704385-49D6-4BEF-8D11-99E9C0A8C2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672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2256964"/>
          </a:xfrm>
        </p:spPr>
        <p:txBody>
          <a:bodyPr/>
          <a:lstStyle/>
          <a:p>
            <a:pPr algn="ctr"/>
            <a:r>
              <a:rPr lang="ru-RU" dirty="0" smtClean="0"/>
              <a:t>Проект: </a:t>
            </a:r>
            <a:r>
              <a:rPr lang="en-US" dirty="0" err="1" smtClean="0"/>
              <a:t>SandGame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Дисциплина: Программная инженерия</a:t>
            </a:r>
          </a:p>
          <a:p>
            <a:r>
              <a:rPr lang="ru-RU" dirty="0"/>
              <a:t>Выполнили: </a:t>
            </a:r>
            <a:r>
              <a:rPr lang="ru-RU" dirty="0" smtClean="0"/>
              <a:t> </a:t>
            </a:r>
            <a:r>
              <a:rPr lang="ru-RU" dirty="0" err="1" smtClean="0"/>
              <a:t>Регель</a:t>
            </a:r>
            <a:r>
              <a:rPr lang="ru-RU" dirty="0" smtClean="0"/>
              <a:t> </a:t>
            </a:r>
            <a:r>
              <a:rPr lang="ru-RU" dirty="0"/>
              <a:t>В.Е. </a:t>
            </a:r>
            <a:endParaRPr lang="ru-RU" dirty="0" smtClean="0"/>
          </a:p>
          <a:p>
            <a:r>
              <a:rPr lang="ru-RU" dirty="0"/>
              <a:t>	</a:t>
            </a:r>
            <a:r>
              <a:rPr lang="ru-RU" dirty="0" smtClean="0"/>
              <a:t>	</a:t>
            </a:r>
            <a:r>
              <a:rPr lang="ru-RU" dirty="0" err="1" smtClean="0"/>
              <a:t>Ермошин</a:t>
            </a:r>
            <a:r>
              <a:rPr lang="ru-RU" dirty="0" smtClean="0"/>
              <a:t> </a:t>
            </a:r>
            <a:r>
              <a:rPr lang="ru-RU" dirty="0"/>
              <a:t>Р.И.</a:t>
            </a:r>
          </a:p>
        </p:txBody>
      </p:sp>
    </p:spTree>
    <p:extLst>
      <p:ext uri="{BB962C8B-B14F-4D97-AF65-F5344CB8AC3E}">
        <p14:creationId xmlns:p14="http://schemas.microsoft.com/office/powerpoint/2010/main" val="184190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Цель и актуальность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261872" y="2302042"/>
            <a:ext cx="4480560" cy="3878095"/>
          </a:xfrm>
        </p:spPr>
        <p:txBody>
          <a:bodyPr/>
          <a:lstStyle/>
          <a:p>
            <a:r>
              <a:rPr lang="ru-RU" dirty="0"/>
              <a:t>Разработать интерактивную 2D-песочницу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26480" y="2302042"/>
            <a:ext cx="4480560" cy="3878095"/>
          </a:xfrm>
        </p:spPr>
        <p:txBody>
          <a:bodyPr/>
          <a:lstStyle/>
          <a:p>
            <a:r>
              <a:rPr lang="ru-RU" dirty="0"/>
              <a:t>Игра позволяет расслабиться после повседневной рутины и проявить фантазию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974" y="3904838"/>
            <a:ext cx="6954220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15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4167" y="269668"/>
            <a:ext cx="9418320" cy="1318501"/>
          </a:xfrm>
        </p:spPr>
        <p:txBody>
          <a:bodyPr/>
          <a:lstStyle/>
          <a:p>
            <a:pPr algn="ctr"/>
            <a:r>
              <a:rPr lang="ru-RU" dirty="0" smtClean="0"/>
              <a:t>Задачи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138990" y="1644316"/>
            <a:ext cx="5069305" cy="486075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</a:rPr>
              <a:t>Реализовать сеточную физику падения </a:t>
            </a:r>
            <a:r>
              <a:rPr lang="ru-RU" dirty="0" smtClean="0">
                <a:solidFill>
                  <a:schemeClr val="tx1"/>
                </a:solidFill>
              </a:rPr>
              <a:t>песка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</a:rPr>
              <a:t>Создать систему </a:t>
            </a:r>
            <a:r>
              <a:rPr lang="ru-RU" dirty="0" err="1">
                <a:solidFill>
                  <a:schemeClr val="tx1"/>
                </a:solidFill>
              </a:rPr>
              <a:t>отрисовки</a:t>
            </a:r>
            <a:r>
              <a:rPr lang="ru-RU" dirty="0">
                <a:solidFill>
                  <a:schemeClr val="tx1"/>
                </a:solidFill>
              </a:rPr>
              <a:t> с поддержкой цвета песка и </a:t>
            </a:r>
            <a:r>
              <a:rPr lang="ru-RU" dirty="0" smtClean="0">
                <a:solidFill>
                  <a:schemeClr val="tx1"/>
                </a:solidFill>
              </a:rPr>
              <a:t>фона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</a:rPr>
              <a:t>Реализовать рисование/стирание песка кистью переменного радиуса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l="19751" t="18684" r="18235"/>
          <a:stretch/>
        </p:blipFill>
        <p:spPr>
          <a:xfrm>
            <a:off x="7057691" y="3224463"/>
            <a:ext cx="2294856" cy="148227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5"/>
          <a:srcRect b="12256"/>
          <a:stretch/>
        </p:blipFill>
        <p:spPr>
          <a:xfrm>
            <a:off x="7057691" y="4793793"/>
            <a:ext cx="2294856" cy="1854494"/>
          </a:xfrm>
          <a:prstGeom prst="rect">
            <a:avLst/>
          </a:prstGeom>
        </p:spPr>
      </p:pic>
      <p:pic>
        <p:nvPicPr>
          <p:cNvPr id="8" name="2C4C398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621" end="678.7687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057691" y="1491916"/>
            <a:ext cx="2302886" cy="164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084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82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Требования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Функциональные:</a:t>
            </a:r>
          </a:p>
          <a:p>
            <a:r>
              <a:rPr lang="ru-RU" dirty="0"/>
              <a:t>Создание поля для частиц</a:t>
            </a:r>
          </a:p>
          <a:p>
            <a:r>
              <a:rPr lang="ru-RU" dirty="0"/>
              <a:t>Меню с настройками</a:t>
            </a:r>
          </a:p>
          <a:p>
            <a:r>
              <a:rPr lang="ru-RU" dirty="0"/>
              <a:t>Изменение цвета</a:t>
            </a:r>
          </a:p>
          <a:p>
            <a:r>
              <a:rPr lang="ru-RU" dirty="0"/>
              <a:t>Изменение размера кисти</a:t>
            </a:r>
          </a:p>
          <a:p>
            <a:r>
              <a:rPr lang="ru-RU" dirty="0"/>
              <a:t>Изменение скорости симуляции</a:t>
            </a:r>
            <a:br>
              <a:rPr lang="ru-RU" dirty="0"/>
            </a:br>
            <a:r>
              <a:rPr lang="ru-RU" dirty="0"/>
              <a:t>Сброс сцены (клавиша R)</a:t>
            </a:r>
            <a:br>
              <a:rPr lang="ru-RU" dirty="0"/>
            </a:br>
            <a:r>
              <a:rPr lang="ru-RU" dirty="0"/>
              <a:t>Создание скриншота (клавиша S)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Нефункциональные:</a:t>
            </a:r>
          </a:p>
          <a:p>
            <a:r>
              <a:rPr lang="ru-RU" dirty="0"/>
              <a:t>Поддержка </a:t>
            </a:r>
            <a:r>
              <a:rPr lang="ru-RU" dirty="0" err="1"/>
              <a:t>Windows</a:t>
            </a:r>
            <a:r>
              <a:rPr lang="ru-RU" dirty="0"/>
              <a:t>, </a:t>
            </a:r>
            <a:r>
              <a:rPr lang="ru-RU" dirty="0" err="1"/>
              <a:t>Linux</a:t>
            </a:r>
            <a:r>
              <a:rPr lang="ru-RU" dirty="0"/>
              <a:t>, </a:t>
            </a:r>
            <a:r>
              <a:rPr lang="ru-RU" dirty="0" err="1"/>
              <a:t>macOS</a:t>
            </a:r>
            <a:endParaRPr lang="ru-RU" dirty="0"/>
          </a:p>
          <a:p>
            <a:r>
              <a:rPr lang="ru-RU" dirty="0"/>
              <a:t>Корректное изменение размера окна</a:t>
            </a:r>
          </a:p>
          <a:p>
            <a:r>
              <a:rPr lang="ru-RU" dirty="0"/>
              <a:t>Время обучения базовому управлению &lt; 1 минуты</a:t>
            </a:r>
          </a:p>
        </p:txBody>
      </p:sp>
    </p:spTree>
    <p:extLst>
      <p:ext uri="{BB962C8B-B14F-4D97-AF65-F5344CB8AC3E}">
        <p14:creationId xmlns:p14="http://schemas.microsoft.com/office/powerpoint/2010/main" val="431537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205338"/>
            <a:ext cx="9692640" cy="733124"/>
          </a:xfrm>
        </p:spPr>
        <p:txBody>
          <a:bodyPr/>
          <a:lstStyle/>
          <a:p>
            <a:pPr algn="ctr"/>
            <a:r>
              <a:rPr lang="ru-RU" dirty="0" smtClean="0"/>
              <a:t>Сценарий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76335" y="1828799"/>
            <a:ext cx="4480560" cy="4351337"/>
          </a:xfrm>
        </p:spPr>
        <p:txBody>
          <a:bodyPr/>
          <a:lstStyle/>
          <a:p>
            <a:r>
              <a:rPr lang="ru-RU" dirty="0"/>
              <a:t>Вход в настройки -&gt; изменение цвета -&gt; изменение размера кисти -&gt; выход из настроек -&gt; насыпать песка -&gt; удалить песок -&gt; отменить действие</a:t>
            </a:r>
          </a:p>
          <a:p>
            <a:r>
              <a:rPr lang="ru-RU" dirty="0"/>
              <a:t>Нажатие клавиши с -&gt; движение ползунков цвета -&gt; движение ползунка размера -&gt; Повторное нажатие клавиши с -&gt; зажатие левой кнопки мыши -&gt; зажатие правой кнопки мыши -&gt; </a:t>
            </a:r>
            <a:r>
              <a:rPr lang="en-US" dirty="0" err="1"/>
              <a:t>ctr</a:t>
            </a:r>
            <a:r>
              <a:rPr lang="ru-RU" dirty="0"/>
              <a:t> + </a:t>
            </a:r>
            <a:r>
              <a:rPr lang="en-US" dirty="0"/>
              <a:t>z</a:t>
            </a:r>
            <a:endParaRPr lang="ru-RU" dirty="0"/>
          </a:p>
          <a:p>
            <a:endParaRPr lang="ru-RU" dirty="0"/>
          </a:p>
        </p:txBody>
      </p:sp>
      <p:pic>
        <p:nvPicPr>
          <p:cNvPr id="5" name="6F4D03F">
            <a:hlinkClick r:id="" action="ppaction://media"/>
          </p:cNvPr>
          <p:cNvPicPr>
            <a:picLocks noGrp="1" noChangeAspect="1"/>
          </p:cNvPicPr>
          <p:nvPr>
            <p:ph sz="half" idx="2"/>
            <a:videoFile r:link="rId1"/>
            <p:extLst>
              <p:ext uri="{DAA4B4D4-6D71-4841-9C94-3DE7FCFB9230}">
                <p14:media xmlns:p14="http://schemas.microsoft.com/office/powerpoint/2010/main" r:embed="rId2">
                  <p14:trim st="1259" end="6336.2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25637" y="1828799"/>
            <a:ext cx="4481512" cy="3735388"/>
          </a:xfrm>
        </p:spPr>
      </p:pic>
    </p:spTree>
    <p:extLst>
      <p:ext uri="{BB962C8B-B14F-4D97-AF65-F5344CB8AC3E}">
        <p14:creationId xmlns:p14="http://schemas.microsoft.com/office/powerpoint/2010/main" val="16173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785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17082"/>
          </a:xfrm>
        </p:spPr>
        <p:txBody>
          <a:bodyPr/>
          <a:lstStyle/>
          <a:p>
            <a:pPr algn="ctr"/>
            <a:r>
              <a:rPr lang="ru-RU" dirty="0" smtClean="0"/>
              <a:t>Работа программы</a:t>
            </a:r>
            <a:endParaRPr lang="ru-RU" dirty="0"/>
          </a:p>
        </p:txBody>
      </p:sp>
      <p:pic>
        <p:nvPicPr>
          <p:cNvPr id="6" name="EC0C4F3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83273" y="1203157"/>
            <a:ext cx="7049837" cy="5327710"/>
          </a:xfrm>
        </p:spPr>
      </p:pic>
    </p:spTree>
    <p:extLst>
      <p:ext uri="{BB962C8B-B14F-4D97-AF65-F5344CB8AC3E}">
        <p14:creationId xmlns:p14="http://schemas.microsoft.com/office/powerpoint/2010/main" val="319027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92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9073" y="277529"/>
            <a:ext cx="11109159" cy="893545"/>
          </a:xfrm>
        </p:spPr>
        <p:txBody>
          <a:bodyPr/>
          <a:lstStyle/>
          <a:p>
            <a:r>
              <a:rPr lang="ru-RU" dirty="0" smtClean="0"/>
              <a:t>Сравнение с существующими аналогами</a:t>
            </a:r>
            <a:endParaRPr lang="ru-RU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4866037"/>
              </p:ext>
            </p:extLst>
          </p:nvPr>
        </p:nvGraphicFramePr>
        <p:xfrm>
          <a:off x="604337" y="1706437"/>
          <a:ext cx="4866021" cy="45419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60091">
                  <a:extLst>
                    <a:ext uri="{9D8B030D-6E8A-4147-A177-3AD203B41FA5}">
                      <a16:colId xmlns:a16="http://schemas.microsoft.com/office/drawing/2014/main" val="379021770"/>
                    </a:ext>
                  </a:extLst>
                </a:gridCol>
                <a:gridCol w="1190860">
                  <a:extLst>
                    <a:ext uri="{9D8B030D-6E8A-4147-A177-3AD203B41FA5}">
                      <a16:colId xmlns:a16="http://schemas.microsoft.com/office/drawing/2014/main" val="2717728098"/>
                    </a:ext>
                  </a:extLst>
                </a:gridCol>
                <a:gridCol w="1151286">
                  <a:extLst>
                    <a:ext uri="{9D8B030D-6E8A-4147-A177-3AD203B41FA5}">
                      <a16:colId xmlns:a16="http://schemas.microsoft.com/office/drawing/2014/main" val="4188454227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1589063775"/>
                    </a:ext>
                  </a:extLst>
                </a:gridCol>
              </a:tblGrid>
              <a:tr h="80370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dirty="0">
                          <a:effectLst/>
                        </a:rPr>
                        <a:t>Критерий</a:t>
                      </a:r>
                      <a:endParaRPr lang="ru-RU" sz="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Ваш проект (Taichi SandGame)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The Powder Toy (C++)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Sandspiel (Rust/Web)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extLst>
                  <a:ext uri="{0D108BD9-81ED-4DB2-BD59-A6C34878D82A}">
                    <a16:rowId xmlns:a16="http://schemas.microsoft.com/office/drawing/2014/main" val="2078150999"/>
                  </a:ext>
                </a:extLst>
              </a:tr>
              <a:tr h="80356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Язык / Движок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Python (Taichi — GPU)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C++ (собственный движок)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Rust (WebAssembly)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extLst>
                  <a:ext uri="{0D108BD9-81ED-4DB2-BD59-A6C34878D82A}">
                    <a16:rowId xmlns:a16="http://schemas.microsoft.com/office/drawing/2014/main" val="3020762316"/>
                  </a:ext>
                </a:extLst>
              </a:tr>
              <a:tr h="52372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Кол-во материалов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1 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250+ 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~20 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extLst>
                  <a:ext uri="{0D108BD9-81ED-4DB2-BD59-A6C34878D82A}">
                    <a16:rowId xmlns:a16="http://schemas.microsoft.com/office/drawing/2014/main" val="967085569"/>
                  </a:ext>
                </a:extLst>
              </a:tr>
              <a:tr h="164351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Физика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Гравитация, слипание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Гравитация, давление воздуха, скорость потока, температура, теплообмен 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Гравитация, плавучесть газов, рост растений, ветер 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extLst>
                  <a:ext uri="{0D108BD9-81ED-4DB2-BD59-A6C34878D82A}">
                    <a16:rowId xmlns:a16="http://schemas.microsoft.com/office/drawing/2014/main" val="3980303826"/>
                  </a:ext>
                </a:extLst>
              </a:tr>
              <a:tr h="2437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Undo/Redo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Есть 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Ограничен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Нет базового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extLst>
                  <a:ext uri="{0D108BD9-81ED-4DB2-BD59-A6C34878D82A}">
                    <a16:rowId xmlns:a16="http://schemas.microsoft.com/office/drawing/2014/main" val="740955497"/>
                  </a:ext>
                </a:extLst>
              </a:tr>
              <a:tr h="52372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Сложность реакций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Линейные 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>
                          <a:effectLst/>
                        </a:rPr>
                        <a:t>Сетевые</a:t>
                      </a:r>
                      <a:endParaRPr lang="ru-RU" sz="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dirty="0" err="1">
                          <a:effectLst/>
                        </a:rPr>
                        <a:t>Кастомные</a:t>
                      </a:r>
                      <a:r>
                        <a:rPr lang="ru-RU" sz="900" dirty="0">
                          <a:effectLst/>
                        </a:rPr>
                        <a:t> </a:t>
                      </a:r>
                      <a:endParaRPr lang="ru-RU" sz="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1774" marR="51774" marT="0" marB="0" anchor="ctr"/>
                </a:tc>
                <a:extLst>
                  <a:ext uri="{0D108BD9-81ED-4DB2-BD59-A6C34878D82A}">
                    <a16:rowId xmlns:a16="http://schemas.microsoft.com/office/drawing/2014/main" val="971260448"/>
                  </a:ext>
                </a:extLst>
              </a:tr>
            </a:tbl>
          </a:graphicData>
        </a:graphic>
      </p:graphicFrame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748" y="1373029"/>
            <a:ext cx="3574024" cy="23808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242" y="4209624"/>
            <a:ext cx="4195036" cy="208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891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61</TotalTime>
  <Words>223</Words>
  <Application>Microsoft Office PowerPoint</Application>
  <PresentationFormat>Широкоэкранный</PresentationFormat>
  <Paragraphs>55</Paragraphs>
  <Slides>7</Slides>
  <Notes>0</Notes>
  <HiddenSlides>0</HiddenSlides>
  <MMClips>3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Century Schoolbook</vt:lpstr>
      <vt:lpstr>Times New Roman</vt:lpstr>
      <vt:lpstr>Wingdings 2</vt:lpstr>
      <vt:lpstr>View</vt:lpstr>
      <vt:lpstr>Проект: SandGame</vt:lpstr>
      <vt:lpstr>Цель и актуальность проекта</vt:lpstr>
      <vt:lpstr>Задачи</vt:lpstr>
      <vt:lpstr>Требования</vt:lpstr>
      <vt:lpstr>Сценарий</vt:lpstr>
      <vt:lpstr>Работа программы</vt:lpstr>
      <vt:lpstr>Сравнение с существующими аналогами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Проект: SandGame</dc:title>
  <dc:creator>Terumino</dc:creator>
  <cp:lastModifiedBy>Terumino</cp:lastModifiedBy>
  <cp:revision>5</cp:revision>
  <dcterms:created xsi:type="dcterms:W3CDTF">2026-05-06T16:20:09Z</dcterms:created>
  <dcterms:modified xsi:type="dcterms:W3CDTF">2026-05-07T04:30:43Z</dcterms:modified>
</cp:coreProperties>
</file>