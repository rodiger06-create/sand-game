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93710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82003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9059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4940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86582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19224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9632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4982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076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427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41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DBB582BB-145C-4581-9768-9DB415DBF1CB}" type="datetimeFigureOut">
              <a:rPr lang="ru-RU" smtClean="0"/>
              <a:t>06.05.2026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A8704385-49D6-4BEF-8D11-99E9C0A8C2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8672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microsoft.com/office/2007/relationships/media" Target="../media/media1.mp4"/><Relationship Id="rId1" Type="http://schemas.openxmlformats.org/officeDocument/2006/relationships/video" Target="NULL" TargetMode="Externa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2256964"/>
          </a:xfrm>
        </p:spPr>
        <p:txBody>
          <a:bodyPr/>
          <a:lstStyle/>
          <a:p>
            <a:pPr algn="ctr"/>
            <a:r>
              <a:rPr lang="ru-RU" dirty="0" smtClean="0"/>
              <a:t>Проект: </a:t>
            </a:r>
            <a:r>
              <a:rPr lang="en-US" dirty="0" err="1" smtClean="0"/>
              <a:t>SandGame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/>
              <a:t>Дисциплина: Программная инженерия</a:t>
            </a:r>
          </a:p>
          <a:p>
            <a:r>
              <a:rPr lang="ru-RU" dirty="0"/>
              <a:t>Выполнили: </a:t>
            </a:r>
            <a:r>
              <a:rPr lang="ru-RU" dirty="0" smtClean="0"/>
              <a:t> </a:t>
            </a:r>
            <a:r>
              <a:rPr lang="ru-RU" dirty="0" err="1" smtClean="0"/>
              <a:t>Регель</a:t>
            </a:r>
            <a:r>
              <a:rPr lang="ru-RU" dirty="0" smtClean="0"/>
              <a:t> </a:t>
            </a:r>
            <a:r>
              <a:rPr lang="ru-RU" dirty="0"/>
              <a:t>В.Е. </a:t>
            </a:r>
            <a:endParaRPr lang="ru-RU" dirty="0" smtClean="0"/>
          </a:p>
          <a:p>
            <a:r>
              <a:rPr lang="ru-RU" dirty="0"/>
              <a:t>	</a:t>
            </a:r>
            <a:r>
              <a:rPr lang="ru-RU" dirty="0" smtClean="0"/>
              <a:t>	</a:t>
            </a:r>
            <a:r>
              <a:rPr lang="ru-RU" dirty="0" err="1" smtClean="0"/>
              <a:t>Ермошин</a:t>
            </a:r>
            <a:r>
              <a:rPr lang="ru-RU" dirty="0" smtClean="0"/>
              <a:t> </a:t>
            </a:r>
            <a:r>
              <a:rPr lang="ru-RU" dirty="0"/>
              <a:t>Р.И.</a:t>
            </a:r>
          </a:p>
        </p:txBody>
      </p:sp>
    </p:spTree>
    <p:extLst>
      <p:ext uri="{BB962C8B-B14F-4D97-AF65-F5344CB8AC3E}">
        <p14:creationId xmlns:p14="http://schemas.microsoft.com/office/powerpoint/2010/main" val="1841901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Цель и актуальность проекта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261872" y="2302042"/>
            <a:ext cx="4480560" cy="3878095"/>
          </a:xfrm>
        </p:spPr>
        <p:txBody>
          <a:bodyPr/>
          <a:lstStyle/>
          <a:p>
            <a:r>
              <a:rPr lang="ru-RU" dirty="0"/>
              <a:t>Разработать интерактивную 2D-песочницу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26480" y="2302042"/>
            <a:ext cx="4480560" cy="3878095"/>
          </a:xfrm>
        </p:spPr>
        <p:txBody>
          <a:bodyPr/>
          <a:lstStyle/>
          <a:p>
            <a:r>
              <a:rPr lang="ru-RU" dirty="0"/>
              <a:t>Игра позволяет расслабиться после повседневной рутины и проявить фантазию</a:t>
            </a:r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974" y="3904838"/>
            <a:ext cx="6954220" cy="295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215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374167" y="269668"/>
            <a:ext cx="9418320" cy="1318501"/>
          </a:xfrm>
        </p:spPr>
        <p:txBody>
          <a:bodyPr/>
          <a:lstStyle/>
          <a:p>
            <a:pPr algn="ctr"/>
            <a:r>
              <a:rPr lang="ru-RU" dirty="0" smtClean="0"/>
              <a:t>Задачи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138990" y="1644316"/>
            <a:ext cx="5069305" cy="486075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Реализовать сеточную физику падения </a:t>
            </a:r>
            <a:r>
              <a:rPr lang="ru-RU" dirty="0" smtClean="0">
                <a:solidFill>
                  <a:schemeClr val="tx1"/>
                </a:solidFill>
              </a:rPr>
              <a:t>песка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Создать систему </a:t>
            </a:r>
            <a:r>
              <a:rPr lang="ru-RU" dirty="0" err="1">
                <a:solidFill>
                  <a:schemeClr val="tx1"/>
                </a:solidFill>
              </a:rPr>
              <a:t>отрисовки</a:t>
            </a:r>
            <a:r>
              <a:rPr lang="ru-RU" dirty="0">
                <a:solidFill>
                  <a:schemeClr val="tx1"/>
                </a:solidFill>
              </a:rPr>
              <a:t> с поддержкой цвета песка и </a:t>
            </a:r>
            <a:r>
              <a:rPr lang="ru-RU" dirty="0" smtClean="0">
                <a:solidFill>
                  <a:schemeClr val="tx1"/>
                </a:solidFill>
              </a:rPr>
              <a:t>фона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 smtClean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ru-RU" dirty="0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u-RU" dirty="0">
                <a:solidFill>
                  <a:schemeClr val="tx1"/>
                </a:solidFill>
              </a:rPr>
              <a:t>Реализовать рисование/стирание песка кистью переменного радиуса</a:t>
            </a:r>
            <a:endParaRPr lang="ru-RU" dirty="0">
              <a:solidFill>
                <a:schemeClr val="tx1"/>
              </a:solidFill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4"/>
          <a:srcRect l="19751" t="18684" r="18235"/>
          <a:stretch/>
        </p:blipFill>
        <p:spPr>
          <a:xfrm>
            <a:off x="7057691" y="3224463"/>
            <a:ext cx="2294856" cy="1482278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5"/>
          <a:srcRect b="12256"/>
          <a:stretch/>
        </p:blipFill>
        <p:spPr>
          <a:xfrm>
            <a:off x="7057691" y="4793793"/>
            <a:ext cx="2294856" cy="1854494"/>
          </a:xfrm>
          <a:prstGeom prst="rect">
            <a:avLst/>
          </a:prstGeom>
        </p:spPr>
      </p:pic>
      <p:pic>
        <p:nvPicPr>
          <p:cNvPr id="8" name="2C4C398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>
                  <p14:trim st="621" end="678.7687"/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7057691" y="1491916"/>
            <a:ext cx="2302886" cy="16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084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48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Требования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Функциональные:</a:t>
            </a:r>
          </a:p>
          <a:p>
            <a:r>
              <a:rPr lang="ru-RU" dirty="0"/>
              <a:t>Создание поля для частиц</a:t>
            </a:r>
          </a:p>
          <a:p>
            <a:r>
              <a:rPr lang="ru-RU" dirty="0"/>
              <a:t>Меню с настройками</a:t>
            </a:r>
          </a:p>
          <a:p>
            <a:r>
              <a:rPr lang="ru-RU" dirty="0"/>
              <a:t>Изменение цвета</a:t>
            </a:r>
          </a:p>
          <a:p>
            <a:r>
              <a:rPr lang="ru-RU" dirty="0"/>
              <a:t>Изменение размера кисти</a:t>
            </a:r>
          </a:p>
          <a:p>
            <a:r>
              <a:rPr lang="ru-RU" dirty="0"/>
              <a:t>Изменение скорости симуляции</a:t>
            </a:r>
            <a:br>
              <a:rPr lang="ru-RU" dirty="0"/>
            </a:br>
            <a:r>
              <a:rPr lang="ru-RU" dirty="0"/>
              <a:t>Сброс сцены (клавиша R)</a:t>
            </a:r>
            <a:br>
              <a:rPr lang="ru-RU" dirty="0"/>
            </a:br>
            <a:r>
              <a:rPr lang="ru-RU" dirty="0"/>
              <a:t>Создание скриншота (клавиша S)</a:t>
            </a:r>
            <a:endParaRPr lang="ru-RU" dirty="0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 smtClean="0"/>
              <a:t>Нефункциональные:</a:t>
            </a:r>
          </a:p>
          <a:p>
            <a:r>
              <a:rPr lang="ru-RU" dirty="0"/>
              <a:t>Поддержка </a:t>
            </a:r>
            <a:r>
              <a:rPr lang="ru-RU" dirty="0" err="1"/>
              <a:t>Windows</a:t>
            </a:r>
            <a:r>
              <a:rPr lang="ru-RU" dirty="0"/>
              <a:t>, </a:t>
            </a:r>
            <a:r>
              <a:rPr lang="ru-RU" dirty="0" err="1"/>
              <a:t>Linux</a:t>
            </a:r>
            <a:r>
              <a:rPr lang="ru-RU" dirty="0"/>
              <a:t>, </a:t>
            </a:r>
            <a:r>
              <a:rPr lang="ru-RU" dirty="0" err="1"/>
              <a:t>macOS</a:t>
            </a:r>
            <a:endParaRPr lang="ru-RU" dirty="0"/>
          </a:p>
          <a:p>
            <a:r>
              <a:rPr lang="ru-RU" dirty="0"/>
              <a:t>Корректное изменение размера окна</a:t>
            </a:r>
          </a:p>
          <a:p>
            <a:r>
              <a:rPr lang="ru-RU" dirty="0"/>
              <a:t>Время обучения базовому управлению &lt; 1 минуты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31537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717082"/>
          </a:xfrm>
        </p:spPr>
        <p:txBody>
          <a:bodyPr/>
          <a:lstStyle/>
          <a:p>
            <a:pPr algn="ctr"/>
            <a:r>
              <a:rPr lang="ru-RU" dirty="0" smtClean="0"/>
              <a:t>Работа программы</a:t>
            </a:r>
            <a:endParaRPr lang="ru-RU" dirty="0"/>
          </a:p>
        </p:txBody>
      </p:sp>
      <p:pic>
        <p:nvPicPr>
          <p:cNvPr id="6" name="EC0C4F3">
            <a:hlinkClick r:id="" action="ppaction://media"/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83273" y="1203157"/>
            <a:ext cx="7049837" cy="5327710"/>
          </a:xfrm>
        </p:spPr>
      </p:pic>
    </p:spTree>
    <p:extLst>
      <p:ext uri="{BB962C8B-B14F-4D97-AF65-F5344CB8AC3E}">
        <p14:creationId xmlns:p14="http://schemas.microsoft.com/office/powerpoint/2010/main" val="319027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092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09073" y="277529"/>
            <a:ext cx="11109159" cy="893545"/>
          </a:xfrm>
        </p:spPr>
        <p:txBody>
          <a:bodyPr/>
          <a:lstStyle/>
          <a:p>
            <a:r>
              <a:rPr lang="ru-RU" dirty="0" smtClean="0"/>
              <a:t>Сравнение с существующими аналогами</a:t>
            </a:r>
            <a:endParaRPr lang="ru-RU" dirty="0"/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74866037"/>
              </p:ext>
            </p:extLst>
          </p:nvPr>
        </p:nvGraphicFramePr>
        <p:xfrm>
          <a:off x="604337" y="1706437"/>
          <a:ext cx="4866021" cy="454196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60091">
                  <a:extLst>
                    <a:ext uri="{9D8B030D-6E8A-4147-A177-3AD203B41FA5}">
                      <a16:colId xmlns:a16="http://schemas.microsoft.com/office/drawing/2014/main" val="379021770"/>
                    </a:ext>
                  </a:extLst>
                </a:gridCol>
                <a:gridCol w="1190860">
                  <a:extLst>
                    <a:ext uri="{9D8B030D-6E8A-4147-A177-3AD203B41FA5}">
                      <a16:colId xmlns:a16="http://schemas.microsoft.com/office/drawing/2014/main" val="2717728098"/>
                    </a:ext>
                  </a:extLst>
                </a:gridCol>
                <a:gridCol w="1151286">
                  <a:extLst>
                    <a:ext uri="{9D8B030D-6E8A-4147-A177-3AD203B41FA5}">
                      <a16:colId xmlns:a16="http://schemas.microsoft.com/office/drawing/2014/main" val="4188454227"/>
                    </a:ext>
                  </a:extLst>
                </a:gridCol>
                <a:gridCol w="1163784">
                  <a:extLst>
                    <a:ext uri="{9D8B030D-6E8A-4147-A177-3AD203B41FA5}">
                      <a16:colId xmlns:a16="http://schemas.microsoft.com/office/drawing/2014/main" val="1589063775"/>
                    </a:ext>
                  </a:extLst>
                </a:gridCol>
              </a:tblGrid>
              <a:tr h="803707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 dirty="0">
                          <a:effectLst/>
                        </a:rPr>
                        <a:t>Критерий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Ваш проект (Taichi SandGame)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The Powder Toy (C++)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Sandspiel (Rust/Web)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extLst>
                  <a:ext uri="{0D108BD9-81ED-4DB2-BD59-A6C34878D82A}">
                    <a16:rowId xmlns:a16="http://schemas.microsoft.com/office/drawing/2014/main" val="2078150999"/>
                  </a:ext>
                </a:extLst>
              </a:tr>
              <a:tr h="803560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Язык / Движок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Python (Taichi — GPU)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C++ (собственный движок)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Rust (WebAssembly)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extLst>
                  <a:ext uri="{0D108BD9-81ED-4DB2-BD59-A6C34878D82A}">
                    <a16:rowId xmlns:a16="http://schemas.microsoft.com/office/drawing/2014/main" val="3020762316"/>
                  </a:ext>
                </a:extLst>
              </a:tr>
              <a:tr h="52372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Кол-во материалов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1 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250+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~20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extLst>
                  <a:ext uri="{0D108BD9-81ED-4DB2-BD59-A6C34878D82A}">
                    <a16:rowId xmlns:a16="http://schemas.microsoft.com/office/drawing/2014/main" val="967085569"/>
                  </a:ext>
                </a:extLst>
              </a:tr>
              <a:tr h="1643518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Физика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Гравитация, слипание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Гравитация, давление воздуха, скорость потока, температура, теплообмен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Гравитация, плавучесть газов, рост растений, ветер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extLst>
                  <a:ext uri="{0D108BD9-81ED-4DB2-BD59-A6C34878D82A}">
                    <a16:rowId xmlns:a16="http://schemas.microsoft.com/office/drawing/2014/main" val="3980303826"/>
                  </a:ext>
                </a:extLst>
              </a:tr>
              <a:tr h="243735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Undo/Redo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Есть 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Ограничен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Нет базового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extLst>
                  <a:ext uri="{0D108BD9-81ED-4DB2-BD59-A6C34878D82A}">
                    <a16:rowId xmlns:a16="http://schemas.microsoft.com/office/drawing/2014/main" val="740955497"/>
                  </a:ext>
                </a:extLst>
              </a:tr>
              <a:tr h="523721"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Сложность реакций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Линейные 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>
                          <a:effectLst/>
                        </a:rPr>
                        <a:t>Сетевые</a:t>
                      </a:r>
                      <a:endParaRPr lang="ru-RU" sz="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spcAft>
                          <a:spcPts val="0"/>
                        </a:spcAft>
                      </a:pPr>
                      <a:r>
                        <a:rPr lang="ru-RU" sz="900" dirty="0" err="1">
                          <a:effectLst/>
                        </a:rPr>
                        <a:t>Кастомные</a:t>
                      </a:r>
                      <a:r>
                        <a:rPr lang="ru-RU" sz="900" dirty="0">
                          <a:effectLst/>
                        </a:rPr>
                        <a:t> </a:t>
                      </a:r>
                      <a:endParaRPr lang="ru-RU" sz="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774" marR="51774" marT="0" marB="0" anchor="ctr"/>
                </a:tc>
                <a:extLst>
                  <a:ext uri="{0D108BD9-81ED-4DB2-BD59-A6C34878D82A}">
                    <a16:rowId xmlns:a16="http://schemas.microsoft.com/office/drawing/2014/main" val="971260448"/>
                  </a:ext>
                </a:extLst>
              </a:tr>
            </a:tbl>
          </a:graphicData>
        </a:graphic>
      </p:graphicFrame>
      <p:sp>
        <p:nvSpPr>
          <p:cNvPr id="4" name="Объект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748" y="1373029"/>
            <a:ext cx="3574024" cy="2380824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9242" y="4209624"/>
            <a:ext cx="4195036" cy="2087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8916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Вид</Template>
  <TotalTime>34</TotalTime>
  <Words>169</Words>
  <Application>Microsoft Office PowerPoint</Application>
  <PresentationFormat>Широкоэкранный</PresentationFormat>
  <Paragraphs>52</Paragraphs>
  <Slides>6</Slides>
  <Notes>0</Notes>
  <HiddenSlides>0</HiddenSlides>
  <MMClips>2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2" baseType="lpstr">
      <vt:lpstr>Arial</vt:lpstr>
      <vt:lpstr>Calibri</vt:lpstr>
      <vt:lpstr>Century Schoolbook</vt:lpstr>
      <vt:lpstr>Times New Roman</vt:lpstr>
      <vt:lpstr>Wingdings 2</vt:lpstr>
      <vt:lpstr>View</vt:lpstr>
      <vt:lpstr>Проект: SandGame</vt:lpstr>
      <vt:lpstr>Цель и актуальность проекта</vt:lpstr>
      <vt:lpstr>Задачи</vt:lpstr>
      <vt:lpstr>Требования</vt:lpstr>
      <vt:lpstr>Работа программы</vt:lpstr>
      <vt:lpstr>Сравнение с существующими аналогами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SandGame</dc:title>
  <dc:creator>Terumino</dc:creator>
  <cp:lastModifiedBy>Terumino</cp:lastModifiedBy>
  <cp:revision>4</cp:revision>
  <dcterms:created xsi:type="dcterms:W3CDTF">2026-05-06T16:20:09Z</dcterms:created>
  <dcterms:modified xsi:type="dcterms:W3CDTF">2026-05-06T16:54:35Z</dcterms:modified>
</cp:coreProperties>
</file>